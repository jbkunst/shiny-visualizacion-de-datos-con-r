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97890"/>
            <a:ext cx="91440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81630"/>
            <a:ext cx="91440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90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5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67791"/>
            <a:ext cx="1051560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71571"/>
            <a:ext cx="1051560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0500"/>
            <a:ext cx="518160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60500"/>
            <a:ext cx="518160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95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92101"/>
            <a:ext cx="1051560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44930"/>
            <a:ext cx="5157787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004060"/>
            <a:ext cx="515778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44930"/>
            <a:ext cx="5183188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04060"/>
            <a:ext cx="5183188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48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5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760"/>
            <a:ext cx="3932237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89940"/>
            <a:ext cx="617220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45920"/>
            <a:ext cx="3932237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0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760"/>
            <a:ext cx="3932237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89940"/>
            <a:ext cx="617220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45920"/>
            <a:ext cx="3932237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5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9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92100"/>
            <a:ext cx="262890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92100"/>
            <a:ext cx="773430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15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92101"/>
            <a:ext cx="1051560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60500"/>
            <a:ext cx="1051560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85080"/>
            <a:ext cx="27432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502CF-AF25-4FDD-9B00-87354B44BC6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85080"/>
            <a:ext cx="41148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85080"/>
            <a:ext cx="27432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116A6-E2DD-4560-8442-8127B323B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41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92C2CD-A357-1E97-F9C0-DF5E1AF75367}"/>
              </a:ext>
            </a:extLst>
          </p:cNvPr>
          <p:cNvSpPr txBox="1"/>
          <p:nvPr/>
        </p:nvSpPr>
        <p:spPr>
          <a:xfrm>
            <a:off x="6472518" y="537843"/>
            <a:ext cx="5719483" cy="44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ui &lt;- page_sidebar(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title = "Mi primer app",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sidebar = 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sliderInput("nrand", "Simulaciones", min = 50, max = 100, value = 70),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selectInput("col", "Color", c("red", "blue", "black")),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checkboxInput("punto", "Puntos:", value = FALSE)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plotOutput("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server &lt;- </a:t>
            </a:r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(input, output) 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output$grafico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&lt;- renderPlot({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set.seed(123)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x &lt;- rnorm(input$nrand)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t &lt;- ifelse(input$punto, "b", "l")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plot(x, type = t, col = input$col)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662916-C8C0-DD80-2CFA-BB7DC314D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537843"/>
            <a:ext cx="6310618" cy="465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9DFE-900C-D7F1-BD63-517C2AFF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8ECFD36-CF2D-582B-2724-9A82DBCF903B}"/>
              </a:ext>
            </a:extLst>
          </p:cNvPr>
          <p:cNvSpPr txBox="1"/>
          <p:nvPr/>
        </p:nvSpPr>
        <p:spPr>
          <a:xfrm>
            <a:off x="6472518" y="537843"/>
            <a:ext cx="5719483" cy="44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ui &lt;- page_sidebar(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title = "Mi primer app",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sidebar = 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sliderInput("nrand", "Simulaciones", min = 50, max = 100, value = 70),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selectInput("col", "Color", c("red", "blue", "black")),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checkboxInput("punto", "Puntos:", value = FALSE)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plotOutput("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server &lt;- </a:t>
            </a:r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(input, output) 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output$grafico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&lt;- renderPlot({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set.seed(123)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x &lt;- rnorm(input$nrand)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t &lt;- ifelse(input$punto, "b", "l")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plot(x, type = t, col = input$col)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ABE354-BF6C-D67E-4373-1EED793D2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537843"/>
            <a:ext cx="6310618" cy="465071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3D1BBB-0EA3-A6D5-CEE2-187B5FCB9D86}"/>
              </a:ext>
            </a:extLst>
          </p:cNvPr>
          <p:cNvSpPr/>
          <p:nvPr/>
        </p:nvSpPr>
        <p:spPr>
          <a:xfrm>
            <a:off x="6938685" y="596152"/>
            <a:ext cx="977153" cy="2689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F1E18E-5D9C-111F-677E-D6B1D5AE9E3A}"/>
              </a:ext>
            </a:extLst>
          </p:cNvPr>
          <p:cNvSpPr/>
          <p:nvPr/>
        </p:nvSpPr>
        <p:spPr>
          <a:xfrm>
            <a:off x="17397" y="461680"/>
            <a:ext cx="6455123" cy="472687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89491FF-0E1B-AEF3-F0F2-DB42D6B698E8}"/>
              </a:ext>
            </a:extLst>
          </p:cNvPr>
          <p:cNvSpPr/>
          <p:nvPr/>
        </p:nvSpPr>
        <p:spPr>
          <a:xfrm>
            <a:off x="4208106" y="143539"/>
            <a:ext cx="3209731" cy="425628"/>
          </a:xfrm>
          <a:custGeom>
            <a:avLst/>
            <a:gdLst>
              <a:gd name="connsiteX0" fmla="*/ 3209731 w 3209731"/>
              <a:gd name="connsiteY0" fmla="*/ 425628 h 425628"/>
              <a:gd name="connsiteX1" fmla="*/ 821094 w 3209731"/>
              <a:gd name="connsiteY1" fmla="*/ 5751 h 425628"/>
              <a:gd name="connsiteX2" fmla="*/ 0 w 3209731"/>
              <a:gd name="connsiteY2" fmla="*/ 220355 h 42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9731" h="425628">
                <a:moveTo>
                  <a:pt x="3209731" y="425628"/>
                </a:moveTo>
                <a:cubicBezTo>
                  <a:pt x="2282890" y="232795"/>
                  <a:pt x="1356049" y="39963"/>
                  <a:pt x="821094" y="5751"/>
                </a:cubicBezTo>
                <a:cubicBezTo>
                  <a:pt x="286139" y="-28461"/>
                  <a:pt x="143069" y="95947"/>
                  <a:pt x="0" y="220355"/>
                </a:cubicBezTo>
              </a:path>
            </a:pathLst>
          </a:custGeom>
          <a:noFill/>
          <a:ln w="28575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8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BA03-04D2-74C3-8305-2BFCBBE3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E14D79-0411-513E-2250-41CEDE088328}"/>
              </a:ext>
            </a:extLst>
          </p:cNvPr>
          <p:cNvSpPr txBox="1"/>
          <p:nvPr/>
        </p:nvSpPr>
        <p:spPr>
          <a:xfrm>
            <a:off x="6472518" y="537843"/>
            <a:ext cx="5719483" cy="44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ui &lt;- page_sidebar(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title = "Mi primer app",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sidebar = 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sliderInput("nrand", "Simulaciones", min = 50, max = 100, value = 70),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selectInput("col", "Color", c("red", "blue", "black")),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checkboxInput("punto", "Puntos:", value = FALSE)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plotOutput("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server &lt;- </a:t>
            </a:r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(input, output) 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output$grafico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&lt;- renderPlot({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set.seed(123)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x &lt;- rnorm(input$nrand)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t &lt;- ifelse(input$punto, "b", "l")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plot(x, type = t, col = input$col)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DC7997-AA9E-A760-4EBD-AB7B2D134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537843"/>
            <a:ext cx="6310618" cy="465071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0493C8-7F8F-50CE-C014-DCB548E6AFEE}"/>
              </a:ext>
            </a:extLst>
          </p:cNvPr>
          <p:cNvSpPr/>
          <p:nvPr/>
        </p:nvSpPr>
        <p:spPr>
          <a:xfrm>
            <a:off x="7386556" y="1062111"/>
            <a:ext cx="628443" cy="2689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A37B8C-20F8-508F-4C7F-67CFEF2B1FAC}"/>
              </a:ext>
            </a:extLst>
          </p:cNvPr>
          <p:cNvSpPr/>
          <p:nvPr/>
        </p:nvSpPr>
        <p:spPr>
          <a:xfrm>
            <a:off x="17398" y="965720"/>
            <a:ext cx="2178959" cy="42228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4051F-C39E-0B75-5BC0-A5AD0BA7FF26}"/>
              </a:ext>
            </a:extLst>
          </p:cNvPr>
          <p:cNvSpPr/>
          <p:nvPr/>
        </p:nvSpPr>
        <p:spPr>
          <a:xfrm>
            <a:off x="6671209" y="2268870"/>
            <a:ext cx="1595714" cy="26894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C93578-06D5-950C-A6D3-D7E6C6E3B47B}"/>
              </a:ext>
            </a:extLst>
          </p:cNvPr>
          <p:cNvSpPr/>
          <p:nvPr/>
        </p:nvSpPr>
        <p:spPr>
          <a:xfrm>
            <a:off x="2268608" y="965719"/>
            <a:ext cx="4203911" cy="422283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F42C97E-F5A9-CD6C-5448-E75AC79F09C2}"/>
              </a:ext>
            </a:extLst>
          </p:cNvPr>
          <p:cNvSpPr/>
          <p:nvPr/>
        </p:nvSpPr>
        <p:spPr>
          <a:xfrm>
            <a:off x="2052736" y="431464"/>
            <a:ext cx="5579706" cy="618230"/>
          </a:xfrm>
          <a:custGeom>
            <a:avLst/>
            <a:gdLst>
              <a:gd name="connsiteX0" fmla="*/ 5579706 w 5579706"/>
              <a:gd name="connsiteY0" fmla="*/ 618230 h 618230"/>
              <a:gd name="connsiteX1" fmla="*/ 1707502 w 5579706"/>
              <a:gd name="connsiteY1" fmla="*/ 2409 h 618230"/>
              <a:gd name="connsiteX2" fmla="*/ 0 w 5579706"/>
              <a:gd name="connsiteY2" fmla="*/ 403626 h 61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79706" h="618230">
                <a:moveTo>
                  <a:pt x="5579706" y="618230"/>
                </a:moveTo>
                <a:cubicBezTo>
                  <a:pt x="4108579" y="328203"/>
                  <a:pt x="2637453" y="38176"/>
                  <a:pt x="1707502" y="2409"/>
                </a:cubicBezTo>
                <a:cubicBezTo>
                  <a:pt x="777551" y="-33358"/>
                  <a:pt x="178837" y="339867"/>
                  <a:pt x="0" y="403626"/>
                </a:cubicBezTo>
              </a:path>
            </a:pathLst>
          </a:custGeom>
          <a:noFill/>
          <a:ln w="28575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6119E5E-40D1-020A-BBA4-B326CC05658B}"/>
              </a:ext>
            </a:extLst>
          </p:cNvPr>
          <p:cNvSpPr/>
          <p:nvPr/>
        </p:nvSpPr>
        <p:spPr>
          <a:xfrm>
            <a:off x="6586540" y="2590801"/>
            <a:ext cx="561975" cy="305803"/>
          </a:xfrm>
          <a:custGeom>
            <a:avLst/>
            <a:gdLst>
              <a:gd name="connsiteX0" fmla="*/ 561975 w 561975"/>
              <a:gd name="connsiteY0" fmla="*/ 0 h 305802"/>
              <a:gd name="connsiteX1" fmla="*/ 395287 w 561975"/>
              <a:gd name="connsiteY1" fmla="*/ 247650 h 305802"/>
              <a:gd name="connsiteX2" fmla="*/ 0 w 561975"/>
              <a:gd name="connsiteY2" fmla="*/ 304800 h 30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305802">
                <a:moveTo>
                  <a:pt x="561975" y="0"/>
                </a:moveTo>
                <a:cubicBezTo>
                  <a:pt x="525462" y="98425"/>
                  <a:pt x="488949" y="196850"/>
                  <a:pt x="395287" y="247650"/>
                </a:cubicBezTo>
                <a:cubicBezTo>
                  <a:pt x="301625" y="298450"/>
                  <a:pt x="72231" y="309563"/>
                  <a:pt x="0" y="304800"/>
                </a:cubicBezTo>
              </a:path>
            </a:pathLst>
          </a:custGeom>
          <a:noFill/>
          <a:ln w="28575">
            <a:solidFill>
              <a:srgbClr val="FFC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3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9744-AA75-2290-58F4-CA812D25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80E56F2-5E46-636D-E581-413C46A21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537843"/>
            <a:ext cx="6310618" cy="4650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D480A6-914D-3C72-1027-791CE2F62484}"/>
              </a:ext>
            </a:extLst>
          </p:cNvPr>
          <p:cNvSpPr txBox="1"/>
          <p:nvPr/>
        </p:nvSpPr>
        <p:spPr>
          <a:xfrm>
            <a:off x="6472518" y="537843"/>
            <a:ext cx="5719483" cy="44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ui &lt;- page_sidebar(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title = "Mi primer app",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sidebar = 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sliderInput("nrand", "Simulaciones", min = 50, max = 100, value = 70),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selectInput("col", "Color", c("red", "blue", "black")),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checkboxInput("punto", "Puntos:", value = FALSE)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plotOutput("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server &lt;- </a:t>
            </a:r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(input, output) 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output$grafico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&lt;- renderPlot({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set.seed(123)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x &lt;- rnorm(input$nrand)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t &lt;- ifelse(input$punto, "b", "l")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plot(x, type = t, col = input$col)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A2FD3-5C78-6B60-F3D5-52E336C87262}"/>
              </a:ext>
            </a:extLst>
          </p:cNvPr>
          <p:cNvSpPr/>
          <p:nvPr/>
        </p:nvSpPr>
        <p:spPr>
          <a:xfrm>
            <a:off x="6833119" y="1344148"/>
            <a:ext cx="872606" cy="2190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30439-16D0-F5C2-9434-10B53BE74EF8}"/>
              </a:ext>
            </a:extLst>
          </p:cNvPr>
          <p:cNvSpPr/>
          <p:nvPr/>
        </p:nvSpPr>
        <p:spPr>
          <a:xfrm>
            <a:off x="17396" y="1428753"/>
            <a:ext cx="2035340" cy="84011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110440-6A0F-5803-8480-3FB0959DD7C0}"/>
              </a:ext>
            </a:extLst>
          </p:cNvPr>
          <p:cNvSpPr/>
          <p:nvPr/>
        </p:nvSpPr>
        <p:spPr>
          <a:xfrm>
            <a:off x="6833119" y="1579869"/>
            <a:ext cx="872606" cy="21907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27EFF7-C4FE-B471-106A-F7E28346D453}"/>
              </a:ext>
            </a:extLst>
          </p:cNvPr>
          <p:cNvSpPr/>
          <p:nvPr/>
        </p:nvSpPr>
        <p:spPr>
          <a:xfrm>
            <a:off x="17398" y="2346673"/>
            <a:ext cx="2035339" cy="61560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AD4E6-11B9-484E-D900-3702BA5901DC}"/>
              </a:ext>
            </a:extLst>
          </p:cNvPr>
          <p:cNvSpPr/>
          <p:nvPr/>
        </p:nvSpPr>
        <p:spPr>
          <a:xfrm>
            <a:off x="1" y="3040080"/>
            <a:ext cx="2052735" cy="25396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2E47-20A2-9C2F-4D53-50754FCDA394}"/>
              </a:ext>
            </a:extLst>
          </p:cNvPr>
          <p:cNvSpPr/>
          <p:nvPr/>
        </p:nvSpPr>
        <p:spPr>
          <a:xfrm>
            <a:off x="6833119" y="1819275"/>
            <a:ext cx="1020244" cy="2190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F6E0EE-B003-D489-8BAF-F87AEB066E3B}"/>
              </a:ext>
            </a:extLst>
          </p:cNvPr>
          <p:cNvSpPr/>
          <p:nvPr/>
        </p:nvSpPr>
        <p:spPr>
          <a:xfrm>
            <a:off x="1418253" y="951634"/>
            <a:ext cx="5402425" cy="382644"/>
          </a:xfrm>
          <a:custGeom>
            <a:avLst/>
            <a:gdLst>
              <a:gd name="connsiteX0" fmla="*/ 5402425 w 5402425"/>
              <a:gd name="connsiteY0" fmla="*/ 382644 h 382644"/>
              <a:gd name="connsiteX1" fmla="*/ 1847461 w 5402425"/>
              <a:gd name="connsiteY1" fmla="*/ 88 h 382644"/>
              <a:gd name="connsiteX2" fmla="*/ 0 w 5402425"/>
              <a:gd name="connsiteY2" fmla="*/ 354652 h 38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2425" h="382644">
                <a:moveTo>
                  <a:pt x="5402425" y="382644"/>
                </a:moveTo>
                <a:cubicBezTo>
                  <a:pt x="4075145" y="193698"/>
                  <a:pt x="2747865" y="4753"/>
                  <a:pt x="1847461" y="88"/>
                </a:cubicBezTo>
                <a:cubicBezTo>
                  <a:pt x="947057" y="-4577"/>
                  <a:pt x="473528" y="175037"/>
                  <a:pt x="0" y="354652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43BF53-5EFF-F6DA-B880-D0E85A807C86}"/>
              </a:ext>
            </a:extLst>
          </p:cNvPr>
          <p:cNvSpPr/>
          <p:nvPr/>
        </p:nvSpPr>
        <p:spPr>
          <a:xfrm>
            <a:off x="2164702" y="1548141"/>
            <a:ext cx="4627984" cy="933802"/>
          </a:xfrm>
          <a:custGeom>
            <a:avLst/>
            <a:gdLst>
              <a:gd name="connsiteX0" fmla="*/ 4627984 w 4627984"/>
              <a:gd name="connsiteY0" fmla="*/ 159361 h 933802"/>
              <a:gd name="connsiteX1" fmla="*/ 1324947 w 4627984"/>
              <a:gd name="connsiteY1" fmla="*/ 56724 h 933802"/>
              <a:gd name="connsiteX2" fmla="*/ 0 w 4627984"/>
              <a:gd name="connsiteY2" fmla="*/ 933802 h 933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27984" h="933802">
                <a:moveTo>
                  <a:pt x="4627984" y="159361"/>
                </a:moveTo>
                <a:cubicBezTo>
                  <a:pt x="3362131" y="43505"/>
                  <a:pt x="2096278" y="-72350"/>
                  <a:pt x="1324947" y="56724"/>
                </a:cubicBezTo>
                <a:cubicBezTo>
                  <a:pt x="553616" y="185798"/>
                  <a:pt x="276808" y="559800"/>
                  <a:pt x="0" y="933802"/>
                </a:cubicBezTo>
              </a:path>
            </a:pathLst>
          </a:custGeom>
          <a:noFill/>
          <a:ln w="25400">
            <a:solidFill>
              <a:srgbClr val="FFC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F7822D-1C8A-E8A0-1A17-E5E42A28CB9D}"/>
              </a:ext>
            </a:extLst>
          </p:cNvPr>
          <p:cNvSpPr/>
          <p:nvPr/>
        </p:nvSpPr>
        <p:spPr>
          <a:xfrm>
            <a:off x="1408922" y="1978090"/>
            <a:ext cx="5374433" cy="1684749"/>
          </a:xfrm>
          <a:custGeom>
            <a:avLst/>
            <a:gdLst>
              <a:gd name="connsiteX0" fmla="*/ 5374433 w 5374433"/>
              <a:gd name="connsiteY0" fmla="*/ 0 h 1684749"/>
              <a:gd name="connsiteX1" fmla="*/ 1847462 w 5374433"/>
              <a:gd name="connsiteY1" fmla="*/ 1576873 h 1684749"/>
              <a:gd name="connsiteX2" fmla="*/ 0 w 5374433"/>
              <a:gd name="connsiteY2" fmla="*/ 1418253 h 1684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74433" h="1684749">
                <a:moveTo>
                  <a:pt x="5374433" y="0"/>
                </a:moveTo>
                <a:cubicBezTo>
                  <a:pt x="4058817" y="670249"/>
                  <a:pt x="2743201" y="1340498"/>
                  <a:pt x="1847462" y="1576873"/>
                </a:cubicBezTo>
                <a:cubicBezTo>
                  <a:pt x="951723" y="1813249"/>
                  <a:pt x="475861" y="1615751"/>
                  <a:pt x="0" y="1418253"/>
                </a:cubicBezTo>
              </a:path>
            </a:pathLst>
          </a:custGeom>
          <a:noFill/>
          <a:ln w="25400">
            <a:solidFill>
              <a:srgbClr val="00B0F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7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7DA2-45FB-1F2E-DA6E-84D86915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68164A-4B3F-B489-7FB5-D6DCFA28F290}"/>
              </a:ext>
            </a:extLst>
          </p:cNvPr>
          <p:cNvSpPr txBox="1"/>
          <p:nvPr/>
        </p:nvSpPr>
        <p:spPr>
          <a:xfrm>
            <a:off x="6472518" y="537843"/>
            <a:ext cx="5719483" cy="44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ui &lt;- page_sidebar(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title = "Mi primer app",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sidebar = 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sliderInput("nrand", "Simulaciones", min = 50, max = 100, value = 70),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selectInput("col", "Color", c("red", "blue", "black")),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checkboxInput("punto", "Puntos:", value = FALSE)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plotOutput("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server &lt;- </a:t>
            </a:r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(input, output) 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output$grafico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&lt;- renderPlot({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set.seed(123)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x &lt;- rnorm(input$nrand)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t &lt;- ifelse(input$punto, "b", "l")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plot(x, type = t, col = input$col)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BE1F5E-3C6A-7339-A929-A98404BEF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537843"/>
            <a:ext cx="6310618" cy="46507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24C1D2-22DB-AEB9-540A-16176C5558DA}"/>
              </a:ext>
            </a:extLst>
          </p:cNvPr>
          <p:cNvSpPr/>
          <p:nvPr/>
        </p:nvSpPr>
        <p:spPr>
          <a:xfrm>
            <a:off x="6671209" y="2268870"/>
            <a:ext cx="1595714" cy="2689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CD8ED1-0F89-BC6C-4DEC-81B4FC792684}"/>
              </a:ext>
            </a:extLst>
          </p:cNvPr>
          <p:cNvSpPr/>
          <p:nvPr/>
        </p:nvSpPr>
        <p:spPr>
          <a:xfrm>
            <a:off x="2268608" y="965719"/>
            <a:ext cx="4203911" cy="42228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CBC5AC-AED0-E70D-1CC7-09085B94F1AE}"/>
              </a:ext>
            </a:extLst>
          </p:cNvPr>
          <p:cNvSpPr/>
          <p:nvPr/>
        </p:nvSpPr>
        <p:spPr>
          <a:xfrm>
            <a:off x="6586540" y="2590801"/>
            <a:ext cx="561975" cy="305803"/>
          </a:xfrm>
          <a:custGeom>
            <a:avLst/>
            <a:gdLst>
              <a:gd name="connsiteX0" fmla="*/ 561975 w 561975"/>
              <a:gd name="connsiteY0" fmla="*/ 0 h 305802"/>
              <a:gd name="connsiteX1" fmla="*/ 395287 w 561975"/>
              <a:gd name="connsiteY1" fmla="*/ 247650 h 305802"/>
              <a:gd name="connsiteX2" fmla="*/ 0 w 561975"/>
              <a:gd name="connsiteY2" fmla="*/ 304800 h 30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305802">
                <a:moveTo>
                  <a:pt x="561975" y="0"/>
                </a:moveTo>
                <a:cubicBezTo>
                  <a:pt x="525462" y="98425"/>
                  <a:pt x="488949" y="196850"/>
                  <a:pt x="395287" y="247650"/>
                </a:cubicBezTo>
                <a:cubicBezTo>
                  <a:pt x="301625" y="298450"/>
                  <a:pt x="72231" y="309563"/>
                  <a:pt x="0" y="304800"/>
                </a:cubicBezTo>
              </a:path>
            </a:pathLst>
          </a:custGeom>
          <a:noFill/>
          <a:ln w="28575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13E1027-A3B1-40F4-7DC7-EA67F64A1BA0}"/>
              </a:ext>
            </a:extLst>
          </p:cNvPr>
          <p:cNvSpPr/>
          <p:nvPr/>
        </p:nvSpPr>
        <p:spPr>
          <a:xfrm>
            <a:off x="7592830" y="2612677"/>
            <a:ext cx="138782" cy="671822"/>
          </a:xfrm>
          <a:custGeom>
            <a:avLst/>
            <a:gdLst>
              <a:gd name="connsiteX0" fmla="*/ 132918 w 138782"/>
              <a:gd name="connsiteY0" fmla="*/ 0 h 671822"/>
              <a:gd name="connsiteX1" fmla="*/ 123587 w 138782"/>
              <a:gd name="connsiteY1" fmla="*/ 466531 h 671822"/>
              <a:gd name="connsiteX2" fmla="*/ 2289 w 138782"/>
              <a:gd name="connsiteY2" fmla="*/ 671804 h 67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782" h="671822">
                <a:moveTo>
                  <a:pt x="132918" y="0"/>
                </a:moveTo>
                <a:cubicBezTo>
                  <a:pt x="139138" y="177282"/>
                  <a:pt x="145359" y="354564"/>
                  <a:pt x="123587" y="466531"/>
                </a:cubicBezTo>
                <a:cubicBezTo>
                  <a:pt x="101815" y="578498"/>
                  <a:pt x="-17927" y="673359"/>
                  <a:pt x="2289" y="671804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4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ABFB-5F37-ABD1-A933-CB31FA15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469DD62-77AE-8331-D3BE-DA156C9B7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537843"/>
            <a:ext cx="6310618" cy="4650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62C06C-94F0-32AC-6D71-81F5FB0BA2A9}"/>
              </a:ext>
            </a:extLst>
          </p:cNvPr>
          <p:cNvSpPr txBox="1"/>
          <p:nvPr/>
        </p:nvSpPr>
        <p:spPr>
          <a:xfrm>
            <a:off x="6472518" y="537843"/>
            <a:ext cx="5719483" cy="44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ui &lt;- page_sidebar(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title = "Mi primer app",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sidebar = 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sliderInput("nrand", "Simulaciones", min = 50, max = 100, value = 70),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selectInput("col", "Color", c("red", "blue", "black")),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checkboxInput("punto", "Puntos:", value = FALSE)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plotOutput("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server &lt;- </a:t>
            </a:r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(input, output) 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output$grafico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&lt;- renderPlot({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set.seed(123)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x &lt;- rnorm(input$nrand)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t &lt;- ifelse(input$punto, "b", "l")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plot(x, type = t, col = input$col)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99BF3A-38D3-0127-A0EB-B671F264B41C}"/>
              </a:ext>
            </a:extLst>
          </p:cNvPr>
          <p:cNvSpPr/>
          <p:nvPr/>
        </p:nvSpPr>
        <p:spPr>
          <a:xfrm>
            <a:off x="7635552" y="3742116"/>
            <a:ext cx="872606" cy="2190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FAC857-1AF0-6491-19F6-E89580A481CA}"/>
              </a:ext>
            </a:extLst>
          </p:cNvPr>
          <p:cNvSpPr/>
          <p:nvPr/>
        </p:nvSpPr>
        <p:spPr>
          <a:xfrm>
            <a:off x="17396" y="1428753"/>
            <a:ext cx="2035340" cy="84011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DFD024-080B-414C-544F-FFC0AE5CF6A0}"/>
              </a:ext>
            </a:extLst>
          </p:cNvPr>
          <p:cNvSpPr/>
          <p:nvPr/>
        </p:nvSpPr>
        <p:spPr>
          <a:xfrm>
            <a:off x="7635552" y="3977837"/>
            <a:ext cx="943298" cy="2190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3960AB-903A-8F36-E47C-05D430D7B69A}"/>
              </a:ext>
            </a:extLst>
          </p:cNvPr>
          <p:cNvSpPr/>
          <p:nvPr/>
        </p:nvSpPr>
        <p:spPr>
          <a:xfrm>
            <a:off x="17398" y="2346673"/>
            <a:ext cx="2035339" cy="61560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75D27-989D-CBA1-8ADC-B3BD7AEFFE00}"/>
              </a:ext>
            </a:extLst>
          </p:cNvPr>
          <p:cNvSpPr/>
          <p:nvPr/>
        </p:nvSpPr>
        <p:spPr>
          <a:xfrm>
            <a:off x="1" y="3040080"/>
            <a:ext cx="2052735" cy="25396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B3D42-930D-7522-EF38-B7389F7BC55C}"/>
              </a:ext>
            </a:extLst>
          </p:cNvPr>
          <p:cNvSpPr/>
          <p:nvPr/>
        </p:nvSpPr>
        <p:spPr>
          <a:xfrm>
            <a:off x="8578850" y="4217243"/>
            <a:ext cx="742950" cy="21907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6E4C2D0-AFFD-0982-956C-D3CE22B09A20}"/>
              </a:ext>
            </a:extLst>
          </p:cNvPr>
          <p:cNvSpPr/>
          <p:nvPr/>
        </p:nvSpPr>
        <p:spPr>
          <a:xfrm>
            <a:off x="2125785" y="1852246"/>
            <a:ext cx="6017846" cy="1774092"/>
          </a:xfrm>
          <a:custGeom>
            <a:avLst/>
            <a:gdLst>
              <a:gd name="connsiteX0" fmla="*/ 0 w 6017846"/>
              <a:gd name="connsiteY0" fmla="*/ 0 h 1774092"/>
              <a:gd name="connsiteX1" fmla="*/ 4689230 w 6017846"/>
              <a:gd name="connsiteY1" fmla="*/ 1133231 h 1774092"/>
              <a:gd name="connsiteX2" fmla="*/ 6017846 w 6017846"/>
              <a:gd name="connsiteY2" fmla="*/ 1774092 h 177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17846" h="1774092">
                <a:moveTo>
                  <a:pt x="0" y="0"/>
                </a:moveTo>
                <a:cubicBezTo>
                  <a:pt x="1843128" y="418774"/>
                  <a:pt x="3686256" y="837549"/>
                  <a:pt x="4689230" y="1133231"/>
                </a:cubicBezTo>
                <a:cubicBezTo>
                  <a:pt x="5692204" y="1428913"/>
                  <a:pt x="5813343" y="1660769"/>
                  <a:pt x="6017846" y="1774092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7350672-CA82-703B-9EF3-AA40891AB6D8}"/>
              </a:ext>
            </a:extLst>
          </p:cNvPr>
          <p:cNvSpPr/>
          <p:nvPr/>
        </p:nvSpPr>
        <p:spPr>
          <a:xfrm>
            <a:off x="2174033" y="2659224"/>
            <a:ext cx="6531428" cy="2496201"/>
          </a:xfrm>
          <a:custGeom>
            <a:avLst/>
            <a:gdLst>
              <a:gd name="connsiteX0" fmla="*/ 0 w 6531428"/>
              <a:gd name="connsiteY0" fmla="*/ 0 h 2496201"/>
              <a:gd name="connsiteX1" fmla="*/ 4497355 w 6531428"/>
              <a:gd name="connsiteY1" fmla="*/ 2379307 h 2496201"/>
              <a:gd name="connsiteX2" fmla="*/ 6531428 w 6531428"/>
              <a:gd name="connsiteY2" fmla="*/ 1912776 h 2496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1428" h="2496201">
                <a:moveTo>
                  <a:pt x="0" y="0"/>
                </a:moveTo>
                <a:cubicBezTo>
                  <a:pt x="1704392" y="1030255"/>
                  <a:pt x="3408784" y="2060511"/>
                  <a:pt x="4497355" y="2379307"/>
                </a:cubicBezTo>
                <a:cubicBezTo>
                  <a:pt x="5585926" y="2698103"/>
                  <a:pt x="6058677" y="2305439"/>
                  <a:pt x="6531428" y="1912776"/>
                </a:cubicBezTo>
              </a:path>
            </a:pathLst>
          </a:custGeom>
          <a:noFill/>
          <a:ln w="25400">
            <a:solidFill>
              <a:srgbClr val="FFC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958E15E-2B21-D755-FB98-5420BE5E03E0}"/>
              </a:ext>
            </a:extLst>
          </p:cNvPr>
          <p:cNvSpPr/>
          <p:nvPr/>
        </p:nvSpPr>
        <p:spPr>
          <a:xfrm>
            <a:off x="2183363" y="3209731"/>
            <a:ext cx="5225143" cy="912888"/>
          </a:xfrm>
          <a:custGeom>
            <a:avLst/>
            <a:gdLst>
              <a:gd name="connsiteX0" fmla="*/ 0 w 5225143"/>
              <a:gd name="connsiteY0" fmla="*/ 0 h 912888"/>
              <a:gd name="connsiteX1" fmla="*/ 3778898 w 5225143"/>
              <a:gd name="connsiteY1" fmla="*/ 793102 h 912888"/>
              <a:gd name="connsiteX2" fmla="*/ 5225143 w 5225143"/>
              <a:gd name="connsiteY2" fmla="*/ 895738 h 91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5143" h="912888">
                <a:moveTo>
                  <a:pt x="0" y="0"/>
                </a:moveTo>
                <a:cubicBezTo>
                  <a:pt x="1454020" y="321906"/>
                  <a:pt x="2908041" y="643812"/>
                  <a:pt x="3778898" y="793102"/>
                </a:cubicBezTo>
                <a:cubicBezTo>
                  <a:pt x="4649755" y="942392"/>
                  <a:pt x="4937449" y="919065"/>
                  <a:pt x="5225143" y="895738"/>
                </a:cubicBezTo>
              </a:path>
            </a:pathLst>
          </a:custGeom>
          <a:noFill/>
          <a:ln w="25400">
            <a:solidFill>
              <a:srgbClr val="00B0F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7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EBCE-017A-7443-A94B-B429522F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01092C-6D23-A590-A744-1CA25D0035D3}"/>
              </a:ext>
            </a:extLst>
          </p:cNvPr>
          <p:cNvSpPr txBox="1"/>
          <p:nvPr/>
        </p:nvSpPr>
        <p:spPr>
          <a:xfrm>
            <a:off x="6472518" y="537843"/>
            <a:ext cx="5719483" cy="44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ui &lt;- page_sidebar(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title = "Mi primer app",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sidebar = sidebar(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sliderInput("nrand", "Simulaciones", min = 50, max = 100, value = 70),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selectInput("col", "Color", c("red", "blue", "black")),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checkboxInput("punto", "Puntos:", value = FALSE)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),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plotOutput("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server &lt;- </a:t>
            </a:r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(input, output) 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output$grafico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&lt;- renderPlot({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set.seed(123)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x &lt;- rnorm(input$nrand)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t &lt;- ifelse(input$punto, "b", "l")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plot(x, type = t, col = input$col)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1F653C-C834-EBA0-8E3C-92CF56704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537843"/>
            <a:ext cx="6310618" cy="46507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BF8A67-FBBE-F6AF-C7AD-A7BA4AF95950}"/>
              </a:ext>
            </a:extLst>
          </p:cNvPr>
          <p:cNvSpPr/>
          <p:nvPr/>
        </p:nvSpPr>
        <p:spPr>
          <a:xfrm>
            <a:off x="6794972" y="4190976"/>
            <a:ext cx="2591623" cy="2689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A04A9-533F-D18F-1AC5-B71FBA66411A}"/>
              </a:ext>
            </a:extLst>
          </p:cNvPr>
          <p:cNvSpPr/>
          <p:nvPr/>
        </p:nvSpPr>
        <p:spPr>
          <a:xfrm>
            <a:off x="2268608" y="965719"/>
            <a:ext cx="4203911" cy="42228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86E743F-EA86-755A-64C0-55206729FD6C}"/>
              </a:ext>
            </a:extLst>
          </p:cNvPr>
          <p:cNvSpPr/>
          <p:nvPr/>
        </p:nvSpPr>
        <p:spPr>
          <a:xfrm>
            <a:off x="6652727" y="3554963"/>
            <a:ext cx="485294" cy="550506"/>
          </a:xfrm>
          <a:custGeom>
            <a:avLst/>
            <a:gdLst>
              <a:gd name="connsiteX0" fmla="*/ 429208 w 485294"/>
              <a:gd name="connsiteY0" fmla="*/ 550506 h 550506"/>
              <a:gd name="connsiteX1" fmla="*/ 447869 w 485294"/>
              <a:gd name="connsiteY1" fmla="*/ 317241 h 550506"/>
              <a:gd name="connsiteX2" fmla="*/ 0 w 485294"/>
              <a:gd name="connsiteY2" fmla="*/ 0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294" h="550506">
                <a:moveTo>
                  <a:pt x="429208" y="550506"/>
                </a:moveTo>
                <a:cubicBezTo>
                  <a:pt x="474306" y="479749"/>
                  <a:pt x="519404" y="408992"/>
                  <a:pt x="447869" y="317241"/>
                </a:cubicBezTo>
                <a:cubicBezTo>
                  <a:pt x="376334" y="225490"/>
                  <a:pt x="188167" y="112745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60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</TotalTime>
  <Words>994</Words>
  <Application>Microsoft Office PowerPoint</Application>
  <PresentationFormat>Custom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Kunst</dc:creator>
  <cp:lastModifiedBy>Joshua Kunst</cp:lastModifiedBy>
  <cp:revision>4</cp:revision>
  <dcterms:created xsi:type="dcterms:W3CDTF">2025-11-18T05:38:57Z</dcterms:created>
  <dcterms:modified xsi:type="dcterms:W3CDTF">2025-11-18T07:13:23Z</dcterms:modified>
</cp:coreProperties>
</file>